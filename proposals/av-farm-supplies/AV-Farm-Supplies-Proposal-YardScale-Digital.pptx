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Fixed price of JMD $40,000 for a 30-day engagement: landing page, organic and paid distribution of existing content, and lead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slide. Emphasise: fixed price, no surprise billing, and that day 30 ends with real numbers rather than a renewal conversation in the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part one. The page is the destination; organic is the free traffic feeding it from content they already own — no new shoot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part two. Be explicit about ad spend being separate and client-controlled — this is the single most common misunderstanding on a paid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Timeline. Week 2 is the launch milestone and it is also when the balance falls due — worth saying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slide. JMD $40,000 total. 50% (JMD $20,000) on acceptance, 50% (JMD $20,000) on launch. Ad spend is separate and paid direct to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Boundaries slide. Say plainly that late access in week 1 is the one thing that moves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 retainer is genuinely optional and priced off month-one data. Ask for the signature and the deposit before leaving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286000" cy="4690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18527" y="621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 ·  YSD-2026-AVF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95567" y="896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4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 29 August 2026  ·  Valid to 12 September 2026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8368" y="1828800"/>
            <a:ext cx="146304" cy="14630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" y="1719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3F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FOR AV FARM SUPPLIES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240280"/>
            <a:ext cx="76809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spc="-16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page,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spc="-16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and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spc="-16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in 30 days.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9194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that converts, your existing content pushed out organically and behind paid spend, and every enquiry landing somewhere you can act on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712464" cy="157276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— FIXED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365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12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</a:t>
            </a:r>
            <a:pPr indent="0" marL="0">
              <a:buNone/>
            </a:pPr>
            <a:r>
              <a:rPr lang="en-US" sz="4200" b="1" spc="-120" kern="0" dirty="0">
                <a:solidFill>
                  <a:srgbClr val="C3F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$40,000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YardScale Digital  ·  yardscaledigital@gmail.com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SHORT VERSION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get, in a paragraph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landing page is built. Over the next thirty days we put it to work: your existing photos and video reformatted and posted on a schedule that holds, paid campaigns behind the pieces that perform, and every lead that comes back captured in one place with a name, a number and what they asked about. At day 30 you get the numbers and a written next step — and you can carry on month to month.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1874520"/>
            <a:ext cx="38953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1984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221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Farm Supplies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35240" y="2807208"/>
            <a:ext cx="38953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916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3154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35240" y="3739896"/>
            <a:ext cx="3895344" cy="786384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38496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4087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C3F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$40,000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5240" y="4672584"/>
            <a:ext cx="3895344" cy="786384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4782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5020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C3F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$20,000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315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DAY 30 YOU HAVE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4645152"/>
            <a:ext cx="310896" cy="31089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7" y="4738421"/>
            <a:ext cx="124358" cy="12435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33856" y="46268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landing page you own outright, documented and handed over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5065776"/>
            <a:ext cx="310896" cy="31089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7" y="5159045"/>
            <a:ext cx="124358" cy="12435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33856" y="50474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days of posting and paid spend, managed end to end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58368" y="5486400"/>
            <a:ext cx="310896" cy="31089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7" y="5579669"/>
            <a:ext cx="124358" cy="12435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33856" y="54681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report on leads, cost per lead and what to do next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INCLUDED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page, and the posting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51860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212848"/>
            <a:ext cx="566928" cy="566928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2382926"/>
            <a:ext cx="226771" cy="22677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55648" y="2231136"/>
            <a:ext cx="372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755648" y="2450592"/>
            <a:ext cx="372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landing page, live and yours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2999232"/>
            <a:ext cx="44179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with one job — turn a visit into an enquiry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built to load fast on local mobile data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form plus click-to-chat into your WhatsApp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prices and delivery areas laid out plainly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configured, domain connected, analytics wired in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over documented — nothing you run depends on us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47308" y="1874520"/>
            <a:ext cx="51860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31356" y="2212848"/>
            <a:ext cx="566928" cy="566928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434" y="2382926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44588" y="2231136"/>
            <a:ext cx="372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ORGANIC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7444588" y="2450592"/>
            <a:ext cx="372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content, posted properly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731356" y="2999232"/>
            <a:ext cx="44179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content you already have — product shots, yard photos, video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Reformatted, captioned and cut for each platform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posting calendar built and run by us for the full 30 days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and angles tested against each other, not guessed at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performs gets made again; what doesn’t gets dropped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INCLUDED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spend, and the leads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51860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212848"/>
            <a:ext cx="566928" cy="566928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2382926"/>
            <a:ext cx="226771" cy="22677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55648" y="2231136"/>
            <a:ext cx="372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755648" y="2450592"/>
            <a:ext cx="372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behind what works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2999232"/>
            <a:ext cx="44179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campaigns — Facebook and Instagram — built and managed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targeted by parish, farming type and buying intent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creative cut from your existing content, not stock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daily, budget moved to the ads that convert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for people who hit the page and didn’t enquire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47308" y="1874520"/>
            <a:ext cx="51860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31356" y="2212848"/>
            <a:ext cx="566928" cy="566928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434" y="2382926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44588" y="2231136"/>
            <a:ext cx="372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LEADS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7444588" y="2450592"/>
            <a:ext cx="372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5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 and handover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731356" y="2999232"/>
            <a:ext cx="44179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enquiry captured in one place — shared sheet or your inbox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contact, source, and what they were asking about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templates so nothing sits unanswered overnight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on what’s coming in and what it costs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Day-30 report: leads, cost per lead, best content, next step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" y="5660136"/>
            <a:ext cx="118872" cy="118872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32688" y="5468112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is paid by AV Farm Supplies directly to Meta and sits outside this quote. You set the daily budget and you keep control of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thirty days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2212848"/>
            <a:ext cx="8389391" cy="18288"/>
          </a:xfrm>
          <a:prstGeom prst="rect">
            <a:avLst/>
          </a:prstGeom>
          <a:solidFill>
            <a:srgbClr val="DED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02536"/>
            <a:ext cx="420624" cy="420624"/>
          </a:xfrm>
          <a:prstGeom prst="ellipse">
            <a:avLst/>
          </a:prstGeom>
          <a:solidFill>
            <a:srgbClr val="1313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70048"/>
            <a:ext cx="248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889504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6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46704"/>
            <a:ext cx="2485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finalised and tracking installed. Ad accounts, pixel and channels prepared. Existing content audited and sorted into what we can use.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54832" y="2002536"/>
            <a:ext cx="420624" cy="420624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4832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54832" y="2670048"/>
            <a:ext cx="248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454832" y="2889504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6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54832" y="3346704"/>
            <a:ext cx="2485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goes live. The organic calendar starts posting. First paid campaigns launch with the strongest creative we have.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51296" y="2002536"/>
            <a:ext cx="420624" cy="420624"/>
          </a:xfrm>
          <a:prstGeom prst="ellipse">
            <a:avLst/>
          </a:prstGeom>
          <a:solidFill>
            <a:srgbClr val="1313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1296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51296" y="2670048"/>
            <a:ext cx="248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251296" y="2889504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6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adjust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51296" y="3346704"/>
            <a:ext cx="2485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real numbers. Losing ads switched off, budget moved behind winners, fresh hooks cut from what week 2 told us.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47759" y="2002536"/>
            <a:ext cx="420624" cy="420624"/>
          </a:xfrm>
          <a:prstGeom prst="ellipse">
            <a:avLst/>
          </a:prstGeom>
          <a:solidFill>
            <a:srgbClr val="1313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47759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47759" y="2670048"/>
            <a:ext cx="248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047759" y="2889504"/>
            <a:ext cx="248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6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and report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047759" y="3346704"/>
            <a:ext cx="2485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angles that work get scaled to month end. You get the day-30 report and a written recommendation for what comes next.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" y="5230368"/>
            <a:ext cx="1087495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" y="5367528"/>
            <a:ext cx="548640" cy="548640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5532120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719072" y="5367528"/>
            <a:ext cx="95033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deliverable, not a renewal call.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is a written report — leads in, cost per lead, best-performing content — and a recommendation you can act on with or without us.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fixed price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64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64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5065776" cy="13716"/>
          </a:xfrm>
          <a:prstGeom prst="rect">
            <a:avLst/>
          </a:prstGeom>
          <a:solidFill>
            <a:srgbClr val="2E2E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993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2494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launch, hosting setup and documented handover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020824"/>
            <a:ext cx="237744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66544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58368" y="28895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content distribution — 30 days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Reformatting, captions, calendar built and managed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0" y="2916936"/>
            <a:ext cx="237744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962656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8368" y="3785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30 days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build, creative, daily management and optimisation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0" y="3813048"/>
            <a:ext cx="237744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858768"/>
            <a:ext cx="146304" cy="14630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8368" y="4681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and reporting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58368" y="4937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system, reply templates, weekly check-ins, day-30 report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0" y="4709160"/>
            <a:ext cx="237744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4754880"/>
            <a:ext cx="146304" cy="1463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720840" y="1664208"/>
            <a:ext cx="4809744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059168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— FIXED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7059168" y="2286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4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</a:t>
            </a:r>
            <a:pPr indent="0" marL="0">
              <a:buNone/>
            </a:pPr>
            <a:r>
              <a:rPr lang="en-US" sz="5000" b="1" spc="-140" kern="0" dirty="0">
                <a:solidFill>
                  <a:srgbClr val="C3F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$40,000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6720840" y="3611880"/>
            <a:ext cx="4809744" cy="120700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059168" y="3758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1 — TO START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0625328" y="3758184"/>
            <a:ext cx="566928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625328" y="37581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059168" y="40325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9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$20,000</a:t>
            </a:r>
            <a:endParaRPr lang="en-US" sz="2600" dirty="0"/>
          </a:p>
        </p:txBody>
      </p:sp>
      <p:sp>
        <p:nvSpPr>
          <p:cNvPr id="33" name="Text 27"/>
          <p:cNvSpPr txBox="1"/>
          <p:nvPr/>
        </p:nvSpPr>
        <p:spPr>
          <a:xfrm>
            <a:off x="7059168" y="4453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on acceptance. Work begins the day it clears.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720840" y="4928616"/>
            <a:ext cx="4809744" cy="120700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059168" y="5074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2 — ON LAUNCH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10625328" y="5074920"/>
            <a:ext cx="566928" cy="23774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625328" y="50749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7059168" y="5349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9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$20,000</a:t>
            </a:r>
            <a:endParaRPr lang="en-US" sz="2600" dirty="0"/>
          </a:p>
        </p:txBody>
      </p:sp>
      <p:sp>
        <p:nvSpPr>
          <p:cNvPr id="39" name="Text 33"/>
          <p:cNvSpPr txBox="1"/>
          <p:nvPr/>
        </p:nvSpPr>
        <p:spPr>
          <a:xfrm>
            <a:off x="7059168" y="5769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the day the page is live and campaigns are running.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658368" y="5687568"/>
            <a:ext cx="5065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billed on top of this figure, and it does not change once the deposit is paid.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AND INPUTS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893247" y="365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edges are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THIS QUOTE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3113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— paid direct to Meta by you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8833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688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photo or video shoots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14553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145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checkout or card payments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60273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602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radio or outdoor advertising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05993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0599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past day 30 — that’s the retainer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269687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B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975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NEED FROM YOU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042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04304" y="2304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content — product photos and video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761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761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list, prices and the areas you deliver to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2186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04304" y="32186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files and anything brand-related you have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675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04304" y="3675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to Facebook and Instagram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1330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41330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WhatsApp number enquiries should reach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5902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004304" y="4590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who can answer questions and sign off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047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004304" y="5047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ad budget you’re comfortable with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58368" y="5056632"/>
            <a:ext cx="118872" cy="118872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" y="4983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right is content and access you already own. None of it costs you anything extra — it just needs to reach us in week 1 so the timeline holds.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57200"/>
            <a:ext cx="100584" cy="100584"/>
          </a:xfrm>
          <a:prstGeom prst="rect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F8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DAY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spc="-9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on, month to month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thirty days stand on their own. At the end of it the page is yours, the content system is documented, and you have real numbers on what a lead costs you. Nothing in this proposal locks you into anything after that.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3405530" cy="184708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3310128"/>
            <a:ext cx="493776" cy="49377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7" y="3458261"/>
            <a:ext cx="197510" cy="1975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3346704"/>
            <a:ext cx="2216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4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continues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969264" y="3950208"/>
            <a:ext cx="278373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calendar, paid campaign management, lead handling and a monthly report — the same engine, kept running.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3082" y="3063240"/>
            <a:ext cx="3405530" cy="184708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3978" y="3310128"/>
            <a:ext cx="493776" cy="49377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11" y="3458261"/>
            <a:ext cx="197510" cy="1975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25770" y="3346704"/>
            <a:ext cx="2216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4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it’s priced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703978" y="3950208"/>
            <a:ext cx="278373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retainer rate is set at the day-30 review, against what the first month actually produced. You never pay against a guess.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27797" y="3063240"/>
            <a:ext cx="3405530" cy="1847088"/>
          </a:xfrm>
          <a:prstGeom prst="rect">
            <a:avLst/>
          </a:prstGeom>
          <a:solidFill>
            <a:srgbClr val="1D1D1B"/>
          </a:solidFill>
          <a:ln w="12700">
            <a:solidFill>
              <a:srgbClr val="2E2E2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38693" y="3310128"/>
            <a:ext cx="493776" cy="493776"/>
          </a:xfrm>
          <a:prstGeom prst="ellipse">
            <a:avLst/>
          </a:prstGeom>
          <a:solidFill>
            <a:srgbClr val="C3FC0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826" y="3458261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60485" y="3346704"/>
            <a:ext cx="2216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40" kern="0" dirty="0">
                <a:solidFill>
                  <a:srgbClr val="F9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ends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438693" y="3950208"/>
            <a:ext cx="278373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month, thirty days’ notice either way. No lock-in, no minimum term, no exit fee.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8368" y="5230368"/>
            <a:ext cx="10874959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C3FC0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87552" y="54315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C3F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ACCEPT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987552" y="56509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proposal and send the deposit of </a:t>
            </a:r>
            <a:pPr indent="0" marL="0">
              <a:buNone/>
            </a:pPr>
            <a:r>
              <a:rPr lang="en-US" sz="1450" b="1" dirty="0">
                <a:solidFill>
                  <a:srgbClr val="C3F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JMD $20,000</a:t>
            </a:r>
            <a:pPr indent="0" marL="0">
              <a:buNone/>
            </a:pPr>
            <a:r>
              <a:rPr lang="en-US" sz="1450" dirty="0">
                <a:solidFill>
                  <a:srgbClr val="F9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Week 1 starts the day it clears.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7692847" y="55046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F9F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yardscaledigital@gmail.com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967" y="384048"/>
            <a:ext cx="1737360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YardScale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 Farm Supplies Proposal</dc:title>
  <dc:subject>PptxGenJS Presentation</dc:subject>
  <dc:creator>YardScale Digital</dc:creator>
  <cp:lastModifiedBy>YardScale Digital</cp:lastModifiedBy>
  <cp:revision>1</cp:revision>
  <dcterms:created xsi:type="dcterms:W3CDTF">2026-08-29T20:40:40Z</dcterms:created>
  <dcterms:modified xsi:type="dcterms:W3CDTF">2026-08-29T20:40:40Z</dcterms:modified>
</cp:coreProperties>
</file>